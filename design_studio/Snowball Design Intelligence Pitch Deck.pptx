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w8zmfwn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gequj4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t9phdt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589vb8c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9y65ad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w6pxp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