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1repu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wl1fx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268ks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t03knj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