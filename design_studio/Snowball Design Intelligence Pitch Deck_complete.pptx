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i3fgb3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2lxuk94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ry5dx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itp8qkx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2jqzxaq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z_gah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emsi9h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vec30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78gqz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1fioj9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