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jmeiob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cf91mc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jlrdxz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4vj5l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llhy1jv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c07b0a6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