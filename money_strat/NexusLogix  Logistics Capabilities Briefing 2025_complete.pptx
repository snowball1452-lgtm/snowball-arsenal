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0tv61e4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cqom8x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5t6vw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os8zf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34a8t2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3cimk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mvjcsh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c6mll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sk9kpj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nfeyo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bk31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6d4bf6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