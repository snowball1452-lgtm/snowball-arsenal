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lxdovjh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bl089d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ufiulb9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8lhapq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yan03w5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h_klgwk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