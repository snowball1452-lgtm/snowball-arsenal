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pvy7vio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8xb8t00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k9c9n7b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c72fpf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dh9q2s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p2cdrr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