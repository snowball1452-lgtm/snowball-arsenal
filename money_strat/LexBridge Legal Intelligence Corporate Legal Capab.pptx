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d10clbt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op9byt1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nn9ntz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_ay8ifb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wjwyh5p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ssg_n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