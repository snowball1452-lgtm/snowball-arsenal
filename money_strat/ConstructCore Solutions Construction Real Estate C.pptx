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otex_g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whfzv22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z3mrl2k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h0sbh5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jbyyjx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2yncpnu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