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gfjlp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gq4i1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oxh8h7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4yz_ryx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otv1u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zx7sh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ayd6r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pfhnmj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qaz9g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inez46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vuqogs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iuiw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