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d8rkmp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u_tgnz8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7_b4ee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bc3f9a4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zv7fk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