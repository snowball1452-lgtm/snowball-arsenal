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yv9ytk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5k99lu6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z1ex42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y53y0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ep7b7us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5i7ip1w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