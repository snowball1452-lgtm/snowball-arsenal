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wgtdqx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cz7t6h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j17ab4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4n1be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4jo8m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o6lvgw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